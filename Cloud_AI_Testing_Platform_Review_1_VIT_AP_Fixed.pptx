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ra Reddy" userId="428bab73a8a18fd5" providerId="LiveId" clId="{27017344-6731-4371-A420-78E6BEC3042A}"/>
    <pc:docChg chg="modSld">
      <pc:chgData name="Ravindra Reddy" userId="428bab73a8a18fd5" providerId="LiveId" clId="{27017344-6731-4371-A420-78E6BEC3042A}" dt="2026-09-07T09:13:27.059" v="0" actId="20577"/>
      <pc:docMkLst>
        <pc:docMk/>
      </pc:docMkLst>
      <pc:sldChg chg="modSp mod">
        <pc:chgData name="Ravindra Reddy" userId="428bab73a8a18fd5" providerId="LiveId" clId="{27017344-6731-4371-A420-78E6BEC3042A}" dt="2026-09-07T09:13:27.059" v="0" actId="20577"/>
        <pc:sldMkLst>
          <pc:docMk/>
          <pc:sldMk cId="0" sldId="259"/>
        </pc:sldMkLst>
        <pc:spChg chg="mod">
          <ac:chgData name="Ravindra Reddy" userId="428bab73a8a18fd5" providerId="LiveId" clId="{27017344-6731-4371-A420-78E6BEC3042A}" dt="2026-09-07T09:13:27.059" v="0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F"/>
                </a:solidFill>
                <a:latin typeface="Arial"/>
              </a:defRPr>
            </a:pPr>
            <a:r>
              <a:t>CLOUD-BASED AI SOFTWARE</a:t>
            </a:r>
          </a:p>
          <a:p>
            <a:pPr algn="l">
              <a:spcAft>
                <a:spcPts val="1000"/>
              </a:spcAft>
              <a:defRPr sz="3600" b="1">
                <a:solidFill>
                  <a:srgbClr val="0A0A0F"/>
                </a:solidFill>
                <a:latin typeface="Arial"/>
              </a:defRPr>
            </a:pPr>
            <a:r>
              <a:t>TESTING PLATFORM</a:t>
            </a:r>
          </a:p>
          <a:p>
            <a:pPr algn="l">
              <a:defRPr sz="1800" b="1">
                <a:solidFill>
                  <a:srgbClr val="50505F"/>
                </a:solidFill>
                <a:latin typeface="Inter"/>
              </a:defRPr>
            </a:pPr>
            <a:r>
              <a:t>Cloud Computing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23MIC7176  —  Tarun govardhan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23MIC7202  —  sharan rao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23MIS7297  —  J Ravindra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23MIS7257  —  N Kartheek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23MIS7229  —  Pardhasaradhi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754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F"/>
                </a:solidFill>
              </a:defRPr>
            </a:pPr>
            <a:r>
              <a:t>Guided by — [Dr. Shaik Kareemulla]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r>
              <a:t>Writing software unit tests manually takes a lot of time, and developers frequently miss hidden bugs and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KEY CHALLENGES IN SOFTWARE TESTING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Manual Test Writing: Writing unit test cases by hand is slow, repetitive, and time-consuming.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Missed Bugs &amp; Edge Cases: Important scenarios like null inputs or empty values are easy to forget.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Machine Differences: Code that works on one laptop can fail on another due to different software setups.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Confusing Error Messages: Standard build tools show long error logs without explaining how to fix them.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Computer Slowdowns: Running heavy test suites on personal laptops uses too much memory and CPU.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Automated AI Platform: A web system that automatically creates and runs unit tests for Java projects.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Powered by AI: Uses Artificial Intelligence to read code logic and write complete JUnit test cases.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Safe Cloud Execution: Runs tests in isolated cloud containers so your computer stays fast and secure.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Simple 4-Step Process: Upload project ZIP -&gt; AI writes tests -&gt; Cloud runs tests -&gt; View results &amp; bug fixes.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 </a:t>
            </a:r>
            <a:r>
              <a:rPr dirty="0"/>
              <a:t>Automatic Test Writing — Use AI to generate unit tests for normal code and tricky edge cases.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2. Easy Project Upload — Allow users to drag and drop Java project ZIP files safely.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3. Isolated Cloud Running — Execute test suites in temporary cloud containers for consistent results.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4. Smart Error Explanations — Explain test failures in plain English and suggest automatic code fixes.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5. Live Progress Dashboard — Show real-time test progress, pass/fail totals, and execution logs.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6. Secure Cloud Storage — Keep project files, code versions, and test reports safe in cloud databases.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ARCHITECTURAL DIAGRAM</a:t>
            </a:r>
          </a:p>
        </p:txBody>
      </p:sp>
      <p:sp>
        <p:nvSpPr>
          <p:cNvPr id="4" name="Oval 3"/>
          <p:cNvSpPr/>
          <p:nvPr/>
        </p:nvSpPr>
        <p:spPr>
          <a:xfrm>
            <a:off x="4846320" y="1371600"/>
            <a:ext cx="2468880" cy="731520"/>
          </a:xfrm>
          <a:prstGeom prst="ellipse">
            <a:avLst/>
          </a:prstGeom>
          <a:solidFill>
            <a:srgbClr val="FEEBB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F"/>
                </a:solidFill>
              </a:defRPr>
            </a:pPr>
            <a:r>
              <a:t>Web / React UI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97880" y="2148840"/>
            <a:ext cx="365760" cy="274320"/>
          </a:xfrm>
          <a:prstGeom prst="down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468880"/>
            <a:ext cx="6309360" cy="548640"/>
          </a:xfrm>
          <a:prstGeom prst="roundRect">
            <a:avLst/>
          </a:prstGeom>
          <a:solidFill>
            <a:srgbClr val="CCF0EB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F"/>
                </a:solidFill>
              </a:defRPr>
            </a:pPr>
            <a:r>
              <a:t>Spring Boot REST API Gateway (Zip Security Validation)</a:t>
            </a:r>
          </a:p>
        </p:txBody>
      </p:sp>
      <p:sp>
        <p:nvSpPr>
          <p:cNvPr id="7" name="Diamond 6"/>
          <p:cNvSpPr/>
          <p:nvPr/>
        </p:nvSpPr>
        <p:spPr>
          <a:xfrm>
            <a:off x="5760720" y="3063240"/>
            <a:ext cx="640080" cy="36576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0F"/>
                </a:solidFill>
              </a:defRPr>
            </a:pPr>
            <a:r>
              <a:t>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474720"/>
            <a:ext cx="3017520" cy="1005840"/>
          </a:xfrm>
          <a:prstGeom prst="rect">
            <a:avLst/>
          </a:prstGeom>
          <a:solidFill>
            <a:srgbClr val="FCD7D7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A0A0F"/>
                </a:solidFill>
              </a:defRPr>
            </a:pPr>
            <a:r>
              <a:t>AWS Bedrock AI Engine</a:t>
            </a:r>
            <a:br/>
            <a:r>
              <a:t>(Code Parser &amp; Test Generator)</a:t>
            </a:r>
          </a:p>
        </p:txBody>
      </p:sp>
      <p:sp>
        <p:nvSpPr>
          <p:cNvPr id="9" name="Can 8"/>
          <p:cNvSpPr/>
          <p:nvPr/>
        </p:nvSpPr>
        <p:spPr>
          <a:xfrm>
            <a:off x="1371600" y="3474720"/>
            <a:ext cx="2103120" cy="685800"/>
          </a:xfrm>
          <a:prstGeom prst="can">
            <a:avLst/>
          </a:prstGeom>
          <a:solidFill>
            <a:srgbClr val="FED7AA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Docker Sandbox</a:t>
            </a:r>
          </a:p>
        </p:txBody>
      </p:sp>
      <p:sp>
        <p:nvSpPr>
          <p:cNvPr id="10" name="Hexagon 9"/>
          <p:cNvSpPr/>
          <p:nvPr/>
        </p:nvSpPr>
        <p:spPr>
          <a:xfrm>
            <a:off x="1097280" y="4434840"/>
            <a:ext cx="2651760" cy="685800"/>
          </a:xfrm>
          <a:prstGeom prst="hexagon">
            <a:avLst/>
          </a:prstGeom>
          <a:solidFill>
            <a:srgbClr val="DCF5DC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System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474720"/>
            <a:ext cx="2377440" cy="685800"/>
          </a:xfrm>
          <a:prstGeom prst="roundRect">
            <a:avLst/>
          </a:prstGeom>
          <a:solidFill>
            <a:srgbClr val="E6DCF5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AI Error Fix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434840"/>
            <a:ext cx="2377440" cy="685800"/>
          </a:xfrm>
          <a:prstGeom prst="roundRect">
            <a:avLst/>
          </a:prstGeom>
          <a:solidFill>
            <a:srgbClr val="E6DCF5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AWS S3 &amp;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3200400"/>
            <a:ext cx="1188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0A0F"/>
                </a:solidFill>
              </a:defRPr>
            </a:pPr>
            <a:r>
              <a:t>Cloud-Native</a:t>
            </a:r>
            <a:br/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0505F"/>
                </a:solidFill>
              </a:defRPr>
            </a:pPr>
            <a:r>
              <a:t>https://www.researchgate.net/figure/A-sample-event-driven-serverless-architecture_fig1_379564079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  <a:r>
              <a:t>KEY AREAS REVIEWED TODAY</a:t>
            </a:r>
          </a:p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Traditional Testing Frameworks: Tools like JUnit automate running tests, but humans still write every test case manually.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AI Code Generation: AI models can write test code, but standard tools don't execute tests in safe sandboxes.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Container Sandboxes: Isolation tools keep test environments clean, but require complicated manual configuration.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Cloud Storage &amp; Services: Cloud platforms store files reliably, but lack automated error analysis and fix suggestions.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Our Proposed Gap Solution: We combine AI test creation + Cloud container execution + Automated error fixes into one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1: USER &amp; PROJECT MANAGEMENT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User login, developer accounts, and role permissions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Project ZIP file upload with built-in security checks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Interactive source code file tree viewer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2: AI TEST GENERATOR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Reads Java files, classes, methods, and functions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Automatically writes test suites for normal logic and edge cases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Formats generated code into ready-to-run Java test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3: CLOUD EXECUTION SANDBOX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Starts a fresh, temporary cloud container for each project run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Executes test builds automatically in isolation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Prevents test runs from affecting developer laptops or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4: ERROR FIXES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Captures build failures, compiler errors, and stack traces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Explains the exact reason why a test failed in plain language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Provides a one-click button to apply automatic code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5: LIVE DASHBOARD &amp; ANALYTICS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Streams real-time test execution logs directly to the web page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Displays test pass/fail charts and project health metrics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Shows side-by-side code diffs comparing broken vs fixed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6: CLOUD STORAGE &amp; MONITORING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Stores project archives and test reports securely in cloud storage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Keeps historical logs of past test runs in a central database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Monitors system speed, uptime, and user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  <a:r>
              <a:t>CURRENT STATUS — REVIEW 1 PROGRESS</a:t>
            </a:r>
          </a:p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Finalized project topic, scope, and problem statement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Identified system objectives and team responsibilities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Designed complete cloud architecture and data workflow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Mapped core project modules and feature requirements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Selected technology stack (React, Spring Boot, AI &amp; AWS Cloud)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Next Focus: Build backend APIs, database tables, and AI test generation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1 — FOUNDATION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Set up cloud storage buckets and database tables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Create user login and dashboard layout design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initial ZIP file upload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2 — CORE BACKEND &amp; AI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backend server APIs to handle project decompression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AI model to parse Java files and write unit tests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Link web dashboard screens to backend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3 — SANDBOX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the cloud container test runner for clean execution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error log parser to AI diagnostic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Enable automatic code fix suggestions on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4 — TESTING &amp; DEPLOYMENT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Test full workflow with real Java software projects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Deploy backend and web portal to cloud servers for live access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Add analytics dashboards and complete final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Provides a complete, automated software testing platform for developers.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Saves time by using AI to write unit tests automatically.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Keeps code execution consistent by running tests in clean cloud containers.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Helps developers fix bugs faster with automated error explanations and code fixes.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Delivers a simple, user-friendly web portal for managing software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1. JUnit 5 User Guide &amp; Documentation — https://junit.org/junit5/docs/current/user-guide/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2. Spring Boot Framework Reference — https://docs.spring.io/spring-boot/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3. AWS Bedrock Foundation Models — https://docs.aws.amazon.com/bedrock/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4. AWS ECS Fargate User Guide — https://docs.aws.amazon.com/AmazonECS/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5. Docker Container Isolation Overview — https://docs.docker.com/get-started/overview/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6. S. Bareiß et al., 'Code Generation Tools in Software Testing: A Survey,' IEEE TSE, 2023.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800" b="1">
                <a:solidFill>
                  <a:srgbClr val="0A0A0F"/>
                </a:solidFill>
                <a:latin typeface="Arial"/>
              </a:defRPr>
            </a:pPr>
            <a:r>
              <a:t>THANK YOU</a:t>
            </a:r>
          </a:p>
          <a:p>
            <a:pPr algn="l">
              <a:spcAft>
                <a:spcPts val="2000"/>
              </a:spcAft>
              <a:defRPr sz="1800" b="1">
                <a:solidFill>
                  <a:srgbClr val="50505F"/>
                </a:solidFill>
                <a:latin typeface="Inter"/>
              </a:defRPr>
            </a:pPr>
            <a:r>
              <a:t>Questions and discussion welcome.</a:t>
            </a:r>
          </a:p>
          <a:p>
            <a:pPr algn="l">
              <a:defRPr sz="1300">
                <a:solidFill>
                  <a:srgbClr val="50505F"/>
                </a:solidFill>
              </a:defRPr>
            </a:pPr>
            <a:r>
              <a:t>Cloud-Based AI Software Testing Platform — Review 1</a:t>
            </a:r>
            <a:br/>
            <a:r>
              <a:t>Department of Computer Science &amp; Engineering | VIT-AP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1326</Words>
  <Application>Microsoft Office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Reddy</cp:lastModifiedBy>
  <cp:revision>1</cp:revision>
  <dcterms:created xsi:type="dcterms:W3CDTF">2013-01-27T09:14:16Z</dcterms:created>
  <dcterms:modified xsi:type="dcterms:W3CDTF">2026-09-07T09:13:30Z</dcterms:modified>
  <cp:category/>
</cp:coreProperties>
</file>