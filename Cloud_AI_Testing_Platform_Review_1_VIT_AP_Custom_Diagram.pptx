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4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ndra Reddy" userId="428bab73a8a18fd5" providerId="LiveId" clId="{27017344-6731-4371-A420-78E6BEC3042A}"/>
    <pc:docChg chg="undo custSel modSld">
      <pc:chgData name="Ravindra Reddy" userId="428bab73a8a18fd5" providerId="LiveId" clId="{27017344-6731-4371-A420-78E6BEC3042A}" dt="2026-09-07T09:20:54.996" v="35" actId="20577"/>
      <pc:docMkLst>
        <pc:docMk/>
      </pc:docMkLst>
      <pc:sldChg chg="modSp mod">
        <pc:chgData name="Ravindra Reddy" userId="428bab73a8a18fd5" providerId="LiveId" clId="{27017344-6731-4371-A420-78E6BEC3042A}" dt="2026-09-07T09:20:23.005" v="19" actId="20577"/>
        <pc:sldMkLst>
          <pc:docMk/>
          <pc:sldMk cId="0" sldId="259"/>
        </pc:sldMkLst>
        <pc:spChg chg="mod">
          <ac:chgData name="Ravindra Reddy" userId="428bab73a8a18fd5" providerId="LiveId" clId="{27017344-6731-4371-A420-78E6BEC3042A}" dt="2026-09-07T09:20:23.005" v="19" actId="20577"/>
          <ac:spMkLst>
            <pc:docMk/>
            <pc:sldMk cId="0" sldId="259"/>
            <ac:spMk id="4" creationId="{00000000-0000-0000-0000-000000000000}"/>
          </ac:spMkLst>
        </pc:spChg>
      </pc:sldChg>
      <pc:sldChg chg="addSp delSp modSp mod">
        <pc:chgData name="Ravindra Reddy" userId="428bab73a8a18fd5" providerId="LiveId" clId="{27017344-6731-4371-A420-78E6BEC3042A}" dt="2026-09-07T09:19:59.023" v="7" actId="1036"/>
        <pc:sldMkLst>
          <pc:docMk/>
          <pc:sldMk cId="0" sldId="260"/>
        </pc:sldMkLst>
        <pc:picChg chg="del mod">
          <ac:chgData name="Ravindra Reddy" userId="428bab73a8a18fd5" providerId="LiveId" clId="{27017344-6731-4371-A420-78E6BEC3042A}" dt="2026-09-07T09:19:06.519" v="3" actId="21"/>
          <ac:picMkLst>
            <pc:docMk/>
            <pc:sldMk cId="0" sldId="260"/>
            <ac:picMk id="4" creationId="{00000000-0000-0000-0000-000000000000}"/>
          </ac:picMkLst>
        </pc:picChg>
        <pc:picChg chg="add mod">
          <ac:chgData name="Ravindra Reddy" userId="428bab73a8a18fd5" providerId="LiveId" clId="{27017344-6731-4371-A420-78E6BEC3042A}" dt="2026-09-07T09:19:59.023" v="7" actId="1036"/>
          <ac:picMkLst>
            <pc:docMk/>
            <pc:sldMk cId="0" sldId="260"/>
            <ac:picMk id="8" creationId="{43D2DE98-1F86-7792-C225-15632E6C577F}"/>
          </ac:picMkLst>
        </pc:picChg>
      </pc:sldChg>
      <pc:sldChg chg="modSp mod">
        <pc:chgData name="Ravindra Reddy" userId="428bab73a8a18fd5" providerId="LiveId" clId="{27017344-6731-4371-A420-78E6BEC3042A}" dt="2026-09-07T09:20:54.996" v="35" actId="20577"/>
        <pc:sldMkLst>
          <pc:docMk/>
          <pc:sldMk cId="0" sldId="269"/>
        </pc:sldMkLst>
        <pc:spChg chg="mod">
          <ac:chgData name="Ravindra Reddy" userId="428bab73a8a18fd5" providerId="LiveId" clId="{27017344-6731-4371-A420-78E6BEC3042A}" dt="2026-09-07T09:20:54.996" v="35" actId="20577"/>
          <ac:spMkLst>
            <pc:docMk/>
            <pc:sldMk cId="0" sldId="26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F"/>
                </a:solidFill>
                <a:latin typeface="Arial"/>
              </a:defRPr>
            </a:pPr>
            <a:r>
              <a:t>CLOUD-BASED AI SOFTWARE</a:t>
            </a:r>
          </a:p>
          <a:p>
            <a:pPr algn="l">
              <a:spcAft>
                <a:spcPts val="1000"/>
              </a:spcAft>
              <a:defRPr sz="3600" b="1">
                <a:solidFill>
                  <a:srgbClr val="0A0A0F"/>
                </a:solidFill>
                <a:latin typeface="Arial"/>
              </a:defRPr>
            </a:pPr>
            <a:r>
              <a:t>TESTING PLATFORM</a:t>
            </a:r>
          </a:p>
          <a:p>
            <a:pPr algn="l">
              <a:defRPr sz="1800" b="1">
                <a:solidFill>
                  <a:srgbClr val="50505F"/>
                </a:solidFill>
                <a:latin typeface="Inter"/>
              </a:defRPr>
            </a:pPr>
            <a:r>
              <a:t>Cloud Computing —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5943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23MIC7176  —  Tarun govardhan</a:t>
            </a:r>
          </a:p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23MIC7202  —  sharan rao</a:t>
            </a:r>
          </a:p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23MIS7297  —  J Ravindra</a:t>
            </a:r>
          </a:p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23MIS7257  —  N Kartheek</a:t>
            </a:r>
          </a:p>
          <a:p>
            <a:pPr algn="l"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23MIS7229  —  Pardhasaradhi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7548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50505F"/>
                </a:solidFill>
              </a:defRPr>
            </a:pPr>
            <a:r>
              <a:t>Guided by — [Dr. Shaik Kareemulla]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350">
                <a:solidFill>
                  <a:srgbClr val="0A0A0F"/>
                </a:solidFill>
                <a:latin typeface="Inter"/>
              </a:defRPr>
            </a:pPr>
            <a:r>
              <a:t>Writing software unit tests manually takes a lot of time, and developers frequently miss hidden bugs and edge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728655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KEY CHALLENGES IN SOFTWARE TESTING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Manual Test Writing: Writing unit test cases by hand is slow, repetitive, and time-consuming.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Missed Bugs &amp; Edge Cases: Important scenarios like null inputs or empty values are easy to forget.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Machine Differences: Code that works on one laptop can fail on another due to different software setups.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Confusing Error Messages: Standard build tools show long error logs without explaining how to fix them.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Computer Slowdowns: Running heavy test suites on personal laptops uses too much memory and CPU.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Automated AI Platform: A web system that automatically creates and runs unit tests for Java projects.</a:t>
            </a:r>
          </a:p>
          <a:p>
            <a:pPr algn="l">
              <a:spcAft>
                <a:spcPts val="400"/>
              </a:spcAft>
              <a:defRPr sz="135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Powered by AI: Uses Artificial Intelligence to read code logic and write complete JUnit test cases.</a:t>
            </a:r>
          </a:p>
          <a:p>
            <a:pPr algn="l">
              <a:spcAft>
                <a:spcPts val="400"/>
              </a:spcAft>
              <a:defRPr sz="135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Safe Cloud Execution: Runs tests in isolated cloud containers so your computer stays fast and secure.</a:t>
            </a:r>
          </a:p>
          <a:p>
            <a:pPr algn="l">
              <a:spcAft>
                <a:spcPts val="400"/>
              </a:spcAft>
              <a:defRPr sz="135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Simple 4-Step Process: Upload project ZIP -&gt; AI writes tests -&gt; Cloud runs tests -&gt; View results &amp; bug fixes.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 Automatic Test Writing — Use AI to generate unit tests for normal code and tricky edge cases.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 Easy Project Upload — Allow users to drag and drop Java project ZIP files safely.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 Isolated Cloud Running — Execute test suites in temporary cloud containers for consistent results.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 Smart Error Explanations — Explain test failures in plain English and suggest automatic code fixes.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 Live Progress Dashboard — Show real-time test progress, pass/fail totals, and execution logs.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 Secure Cloud Storage — Keep project files, code versions, and test reports safe in cloud databases.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ARCHITECTURAL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D2DE98-1F86-7792-C225-15632E6C5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12192000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LITERATURE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200">
                <a:solidFill>
                  <a:srgbClr val="0A0A0F"/>
                </a:solidFill>
                <a:latin typeface="Inter"/>
              </a:defRPr>
            </a:pPr>
            <a:r>
              <a:t>KEY AREAS REVIEWED TODAY</a:t>
            </a:r>
          </a:p>
          <a:p>
            <a:pPr algn="l">
              <a:spcAft>
                <a:spcPts val="400"/>
              </a:spcAft>
              <a:defRPr sz="120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Traditional Testing Frameworks: Tools like JUnit automate running tests, but humans still write every test case manually.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AI Code Generation: AI models can write test code, but standard tools don't execute tests in safe sandboxes.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Container Sandboxes: Isolation tools keep test environments clean, but require complicated manual configuration.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Cloud Storage &amp; Services: Cloud platforms store files reliably, but lack automated error analysis and fix suggestions.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Our Proposed Gap Solution: We combine AI test creation + Cloud container execution + Automated error fixes into one website.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1: USER &amp; PROJECT MANAGEMENT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User login, developer accounts, and role permissions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Project ZIP file upload with built-in security checks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Interactive source code file tree viewer on screen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2: AI TEST GENERATOR ENGINE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Reads Java files, classes, methods, and functions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Automatically writes test suites for normal logic and edge cases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Formats generated code into ready-to-run Java test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3: CLOUD EXECUTION SANDBOX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Starts a fresh, temporary cloud container for each project run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Executes test builds automatically in isolation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Prevents test runs from affecting developer laptops or servers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4: ERROR FIXES &amp; DIAGNOSTICS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Captures build failures, compiler errors, and stack traces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Explains the exact reason why a test failed in plain language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Provides a one-click button to apply automatic code fixes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5: LIVE DASHBOARD &amp; ANALYTICS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Streams real-time test execution logs directly to the web page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Displays test pass/fail charts and project health metrics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Shows side-by-side code diffs comparing broken vs fixed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6: CLOUD STORAGE &amp; MONITORING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Stores project archives and test reports securely in cloud storage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Keeps historical logs of past test runs in a central database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Monitors system speed, uptime, and user data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CURRENT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250">
                <a:solidFill>
                  <a:srgbClr val="0A0A0F"/>
                </a:solidFill>
                <a:latin typeface="Inter"/>
              </a:defRPr>
            </a:pPr>
            <a:r>
              <a:t>CURRENT STATUS — REVIEW 1 PROGRESS</a:t>
            </a:r>
          </a:p>
          <a:p>
            <a:pPr algn="l">
              <a:spcAft>
                <a:spcPts val="400"/>
              </a:spcAft>
              <a:defRPr sz="125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Finalized project topic, scope, and problem statement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Identified system objectives and team responsibilities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Designed complete cloud architecture and data workflow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Mapped core project modules and feature requirements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Selected technology stack (React, Spring Boot, AI &amp; AWS Cloud)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Next Focus: Build backend APIs, database tables, and AI test generation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PLAN OF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1 — FOUNDATION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Set up cloud storage buckets and database tables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Create user login and dashboard layout design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Build initial ZIP file upload screens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2 — CORE BACKEND &amp; AI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Build backend server APIs to handle project decompression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Connect AI model to parse Java files and write unit tests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Link web dashboard screens to backend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PLAN OF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3 — SANDBOX &amp; DIAGNOSTICS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Build the cloud container test runner for clean execution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Connect error log parser to AI diagnostic engine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Enable automatic code fix suggestions on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4 — TESTING &amp; DEPLOYMENT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Test full workflow with real Java software projects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Deploy backend and web portal to cloud servers for live access</a:t>
            </a:r>
          </a:p>
          <a:p>
            <a:pPr algn="l">
              <a:spcAft>
                <a:spcPts val="4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Add analytics dashboards and complete final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Provides a complete, automated software testing platform for developers.</a:t>
            </a:r>
          </a:p>
          <a:p>
            <a:pPr algn="l">
              <a:spcAft>
                <a:spcPts val="400"/>
              </a:spcAft>
              <a:defRPr sz="130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Saves time by using AI to write unit tests automatically.</a:t>
            </a:r>
          </a:p>
          <a:p>
            <a:pPr algn="l">
              <a:spcAft>
                <a:spcPts val="400"/>
              </a:spcAft>
              <a:defRPr sz="130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Keeps code execution consistent by running tests in clean cloud containers.</a:t>
            </a:r>
          </a:p>
          <a:p>
            <a:pPr algn="l">
              <a:spcAft>
                <a:spcPts val="400"/>
              </a:spcAft>
              <a:defRPr sz="130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Helps developers fix bugs faster with automated error explanations and code fixes.</a:t>
            </a:r>
          </a:p>
          <a:p>
            <a:pPr algn="l">
              <a:spcAft>
                <a:spcPts val="400"/>
              </a:spcAft>
              <a:defRPr sz="1300">
                <a:solidFill>
                  <a:srgbClr val="0A0A0F"/>
                </a:solidFill>
                <a:latin typeface="Inter"/>
              </a:defRPr>
            </a:pPr>
            <a:endParaRPr/>
          </a:p>
          <a:p>
            <a:pPr algn="l">
              <a:spcAft>
                <a:spcPts val="4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Delivers a simple, user-friendly web portal for managing software quality.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0A0A0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 JUnit 5 User Guide &amp; Documentation — https://junit.org/junit5/docs/current/user-guide/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 Spring Boot Framework Reference — https://docs.spring.io/spring-boot/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 AWS Bedrock Foundation Models — https://docs.aws.amazon.com/bedrock/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 AWS ECS Fargate User Guide — https://docs.aws.amazon.com/AmazonECS/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 Docker Container Isolation Overview — https://docs.docker.com/get-started/overview/</a:t>
            </a:r>
          </a:p>
          <a:p>
            <a:pPr algn="l">
              <a:spcAft>
                <a:spcPts val="4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rPr dirty="0"/>
              <a:t>•  S. </a:t>
            </a:r>
            <a:r>
              <a:rPr dirty="0" err="1"/>
              <a:t>Bareiß</a:t>
            </a:r>
            <a:r>
              <a:rPr dirty="0"/>
              <a:t> et al., 'Code Generation Tools in Software Testing: A Survey,' IEEE TSE, 2023.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4800" b="1">
                <a:solidFill>
                  <a:srgbClr val="0A0A0F"/>
                </a:solidFill>
                <a:latin typeface="Arial"/>
              </a:defRPr>
            </a:pPr>
            <a:r>
              <a:t>THANK YOU</a:t>
            </a:r>
          </a:p>
          <a:p>
            <a:pPr algn="l">
              <a:spcAft>
                <a:spcPts val="2000"/>
              </a:spcAft>
              <a:defRPr sz="1800" b="1">
                <a:solidFill>
                  <a:srgbClr val="50505F"/>
                </a:solidFill>
                <a:latin typeface="Inter"/>
              </a:defRPr>
            </a:pPr>
            <a:r>
              <a:t>Questions and discussion welcome.</a:t>
            </a:r>
          </a:p>
          <a:p>
            <a:pPr algn="l">
              <a:defRPr sz="1300">
                <a:solidFill>
                  <a:srgbClr val="50505F"/>
                </a:solidFill>
              </a:defRPr>
            </a:pPr>
            <a:r>
              <a:t>Cloud-Based AI Software Testing Platform — Review 1</a:t>
            </a:r>
            <a:br/>
            <a:r>
              <a:t>Department of Computer Science &amp; Engineering | VIT-AP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1248</Words>
  <Application>Microsoft Office PowerPoint</Application>
  <PresentationFormat>Widescreen</PresentationFormat>
  <Paragraphs>145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Reddy</cp:lastModifiedBy>
  <cp:revision>1</cp:revision>
  <dcterms:created xsi:type="dcterms:W3CDTF">2013-01-27T09:14:16Z</dcterms:created>
  <dcterms:modified xsi:type="dcterms:W3CDTF">2026-09-07T09:20:57Z</dcterms:modified>
  <cp:category/>
</cp:coreProperties>
</file>