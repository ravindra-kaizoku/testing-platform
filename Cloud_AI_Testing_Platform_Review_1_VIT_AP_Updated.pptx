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F"/>
                </a:solidFill>
                <a:latin typeface="Arial"/>
              </a:defRPr>
            </a:pPr>
            <a:r>
              <a:t>CLOUD-BASED AI SOFTWARE</a:t>
            </a:r>
          </a:p>
          <a:p>
            <a:pPr algn="l">
              <a:spcAft>
                <a:spcPts val="1000"/>
              </a:spcAft>
              <a:defRPr sz="3600" b="1">
                <a:solidFill>
                  <a:srgbClr val="0A0A0F"/>
                </a:solidFill>
                <a:latin typeface="Arial"/>
              </a:defRPr>
            </a:pPr>
            <a:r>
              <a:t>TESTING PLATFORM</a:t>
            </a:r>
          </a:p>
          <a:p>
            <a:pPr algn="l">
              <a:defRPr sz="1800" b="1">
                <a:solidFill>
                  <a:srgbClr val="50505F"/>
                </a:solidFill>
                <a:latin typeface="Inter"/>
              </a:defRPr>
            </a:pPr>
            <a:r>
              <a:t>Cloud Computing —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23MIC7176  —  Tarun govardhan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23MIC7202  —  sharan rao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23MIS7297  —  J Ravindra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23MIS7257  —  N Kartheek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23MIS7229  —  Pardhasaradhi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754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F"/>
                </a:solidFill>
              </a:defRPr>
            </a:pPr>
            <a:r>
              <a:t>Guided by — [Dr. Shaik Kareemulla]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r>
              <a:t>Writing software unit tests manually takes a lot of time, and developers frequently miss hidden bugs and edge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86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KEY CHALLENGES IN SOFTWARE TESTING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Manual Test Writing: Writing unit test cases by hand is slow, repetitive, and time-consuming.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Missed Bugs &amp; Edge Cases: Important scenarios like null inputs or empty values are easy to forget.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Machine Differences: Code that works on one laptop can fail on another due to different software setups.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Confusing Error Messages: Standard build tools show long error logs without explaining how to fix them.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Computer Slowdowns: Running heavy test suites on personal laptops uses too much memory and CPU.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Automated AI Platform: A web system that automatically creates and runs unit tests for Java projects.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Powered by AI: Uses Artificial Intelligence to read code logic and write complete JUnit test cases.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Safe Cloud Execution: Runs tests in isolated cloud containers so your computer stays fast and secure.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Simple 4-Step Process: Upload project ZIP -&gt; AI writes tests -&gt; Cloud runs tests -&gt; View results &amp; bug fixes.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1. Automatic Test Writing — Use AI to generate unit tests for normal code and tricky edge cases.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2. Easy Project Upload — Allow users to drag and drop Java project ZIP files safely.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3. Isolated Cloud Running — Execute test suites in temporary cloud containers for consistent results.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4. Smart Error Explanations — Explain test failures in plain English and suggest automatic code fixes.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5. Live Progress Dashboard — Show real-time test progress, pass/fail totals, and execution logs.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6. Secure Cloud Storage — Keep project files, code versions, and test reports safe in cloud databases.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ARCHITECTURAL DIAGRAM</a:t>
            </a:r>
          </a:p>
        </p:txBody>
      </p:sp>
      <p:pic>
        <p:nvPicPr>
          <p:cNvPr id="4" name="Picture 3" descr="media_17887722987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31375" cy="64146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400"/>
              </a:spcAft>
              <a:defRPr sz="1200">
                <a:solidFill>
                  <a:srgbClr val="0A0A0F"/>
                </a:solidFill>
                <a:latin typeface="Inter"/>
              </a:defRPr>
            </a:pPr>
            <a:r>
              <a:t>KEY AREAS REVIEWED TODAY</a:t>
            </a:r>
          </a:p>
          <a:p>
            <a:pPr algn="l">
              <a:spcAft>
                <a:spcPts val="400"/>
              </a:spcAft>
              <a:defRPr sz="120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Traditional Testing Frameworks: Tools like JUnit automate running tests, but humans still write every test case manually.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AI Code Generation: AI models can write test code, but standard tools don't execute tests in safe sandboxes.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Container Sandboxes: Isolation tools keep test environments clean, but require complicated manual configuration.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Cloud Storage &amp; Services: Cloud platforms store files reliably, but lack automated error analysis and fix suggestions.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Our Proposed Gap Solution: We combine AI test creation + Cloud container execution + Automated error fixes into one website.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1: USER &amp; PROJECT MANAGEMENT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User login, developer accounts, and role permissions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Project ZIP file upload with built-in security checks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Interactive source code file tree viewer on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2: AI TEST GENERATOR ENGINE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Reads Java files, classes, methods, and functions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Automatically writes test suites for normal logic and edge cases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Formats generated code into ready-to-run Java test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3: CLOUD EXECUTION SANDBOX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Starts a fresh, temporary cloud container for each project run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Executes test builds automatically in isolation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Prevents test runs from affecting developer laptops or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4: ERROR FIXES &amp; DIAGNOSTICS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Captures build failures, compiler errors, and stack traces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Explains the exact reason why a test failed in plain language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Provides a one-click button to apply automatic code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5: LIVE DASHBOARD &amp; ANALYTICS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Streams real-time test execution logs directly to the web page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Displays test pass/fail charts and project health metrics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Shows side-by-side code diffs comparing broken vs fixed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6: CLOUD STORAGE &amp; MONITORING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Stores project archives and test reports securely in cloud storage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Keeps historical logs of past test runs in a central database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Monitors system speed, uptime, and user data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400"/>
              </a:spcAft>
              <a:defRPr sz="1250">
                <a:solidFill>
                  <a:srgbClr val="0A0A0F"/>
                </a:solidFill>
                <a:latin typeface="Inter"/>
              </a:defRPr>
            </a:pPr>
            <a:r>
              <a:t>CURRENT STATUS — REVIEW 1 PROGRESS</a:t>
            </a:r>
          </a:p>
          <a:p>
            <a:pPr algn="l">
              <a:spcAft>
                <a:spcPts val="400"/>
              </a:spcAft>
              <a:defRPr sz="125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Finalized project topic, scope, and problem statement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Identified system objectives and team responsibilities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Designed complete cloud architecture and data workflow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Mapped core project modules and feature requirements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Selected technology stack (React, Spring Boot, AI &amp; AWS Cloud)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Next Focus: Build backend APIs, database tables, and AI test generation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1 — FOUNDATION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Set up cloud storage buckets and database tables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Create user login and dashboard layout design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initial ZIP file upload screens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2 — CORE BACKEND &amp; AI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backend server APIs to handle project decompression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Connect AI model to parse Java files and write unit tests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Link web dashboard screens to backend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3 — SANDBOX &amp; DIAGNOSTICS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the cloud container test runner for clean execution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Connect error log parser to AI diagnostic engine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Enable automatic code fix suggestions on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4 — TESTING &amp; DEPLOYMENT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Test full workflow with real Java software projects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Deploy backend and web portal to cloud servers for live access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Add analytics dashboards and complete final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Provides a complete, automated software testing platform for developers.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Saves time by using AI to write unit tests automatically.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Keeps code execution consistent by running tests in clean cloud containers.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Helps developers fix bugs faster with automated error explanations and code fixes.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Delivers a simple, user-friendly web portal for managing software 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1. JUnit 5 User Guide &amp; Documentation — https://junit.org/junit5/docs/current/user-guide/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2. Spring Boot Framework Reference — https://docs.spring.io/spring-boot/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3. AWS Bedrock Foundation Models — https://docs.aws.amazon.com/bedrock/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4. AWS ECS Fargate User Guide — https://docs.aws.amazon.com/AmazonECS/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5. Docker Container Isolation Overview — https://docs.docker.com/get-started/overview/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6. S. Bareiß et al., 'Code Generation Tools in Software Testing: A Survey,' IEEE TSE, 2023.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800" b="1">
                <a:solidFill>
                  <a:srgbClr val="0A0A0F"/>
                </a:solidFill>
                <a:latin typeface="Arial"/>
              </a:defRPr>
            </a:pPr>
            <a:r>
              <a:t>THANK YOU</a:t>
            </a:r>
          </a:p>
          <a:p>
            <a:pPr algn="l">
              <a:spcAft>
                <a:spcPts val="2000"/>
              </a:spcAft>
              <a:defRPr sz="1800" b="1">
                <a:solidFill>
                  <a:srgbClr val="50505F"/>
                </a:solidFill>
                <a:latin typeface="Inter"/>
              </a:defRPr>
            </a:pPr>
            <a:r>
              <a:t>Questions and discussion welcome.</a:t>
            </a:r>
          </a:p>
          <a:p>
            <a:pPr algn="l">
              <a:defRPr sz="1300">
                <a:solidFill>
                  <a:srgbClr val="50505F"/>
                </a:solidFill>
              </a:defRPr>
            </a:pPr>
            <a:r>
              <a:t>Cloud-Based AI Software Testing Platform — Review 1</a:t>
            </a:r>
            <a:br/>
            <a:r>
              <a:t>Department of Computer Science &amp; Engineering | VIT-AP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